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1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7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0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3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4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8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05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0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5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03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6543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2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9914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17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81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5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Capstone Project</a:t>
            </a:r>
          </a:p>
          <a:p>
            <a:r>
              <a:rPr lang="en-IN" dirty="0"/>
              <a:t>Name</a:t>
            </a:r>
            <a:r>
              <a:rPr dirty="0"/>
              <a:t>: Krupa</a:t>
            </a:r>
            <a:r>
              <a:rPr lang="en-IN" dirty="0"/>
              <a:t> Bandekar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mutual fund datasets</a:t>
            </a:r>
          </a:p>
          <a:p>
            <a:pPr>
              <a:defRPr sz="2200"/>
            </a:pPr>
            <a:r>
              <a:t>• ETL, analytics, dashboard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Build ETL pipeline</a:t>
            </a:r>
          </a:p>
          <a:p>
            <a:pPr>
              <a:defRPr sz="2200"/>
            </a:pPr>
            <a:r>
              <a:t>• Store data in SQLite</a:t>
            </a:r>
          </a:p>
          <a:p>
            <a:pPr>
              <a:defRPr sz="2200"/>
            </a:pPr>
            <a:r>
              <a:t>• Analyze performance</a:t>
            </a:r>
          </a:p>
          <a:p>
            <a:pPr>
              <a:defRPr sz="2200"/>
            </a:pPr>
            <a:r>
              <a:t>• Visualize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Pandas</a:t>
            </a:r>
          </a:p>
          <a:p>
            <a:pPr>
              <a:defRPr sz="2200"/>
            </a:pPr>
            <a:r>
              <a:t>NumPy</a:t>
            </a:r>
          </a:p>
          <a:p>
            <a:pPr>
              <a:defRPr sz="2200"/>
            </a:pPr>
            <a:r>
              <a:t>SQLite</a:t>
            </a:r>
          </a:p>
          <a:p>
            <a:pPr>
              <a:defRPr sz="2200"/>
            </a:pPr>
            <a:r>
              <a:t>SQL</a:t>
            </a:r>
          </a:p>
          <a:p>
            <a:pPr>
              <a:defRPr sz="2200"/>
            </a:pPr>
            <a:r>
              <a:t>Jupyter Notebook</a:t>
            </a:r>
          </a:p>
          <a:p>
            <a:pPr>
              <a:defRPr sz="2200"/>
            </a:pPr>
            <a:r>
              <a:t>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Fund Master</a:t>
            </a:r>
          </a:p>
          <a:p>
            <a:pPr>
              <a:defRPr sz="2200"/>
            </a:pPr>
            <a:r>
              <a:t>NAV History</a:t>
            </a:r>
          </a:p>
          <a:p>
            <a:pPr>
              <a:defRPr sz="2200"/>
            </a:pPr>
            <a:r>
              <a:t>AUM</a:t>
            </a:r>
          </a:p>
          <a:p>
            <a:pPr>
              <a:defRPr sz="2200"/>
            </a:pPr>
            <a:r>
              <a:t>SIP Inflows</a:t>
            </a:r>
          </a:p>
          <a:p>
            <a:pPr>
              <a:defRPr sz="2200"/>
            </a:pPr>
            <a:r>
              <a:t>Category Inflows</a:t>
            </a:r>
          </a:p>
          <a:p>
            <a:pPr>
              <a:defRPr sz="2200"/>
            </a:pPr>
            <a:r>
              <a:t>Investor Transactions</a:t>
            </a:r>
          </a:p>
          <a:p>
            <a:pPr>
              <a:defRPr sz="2200"/>
            </a:pPr>
            <a:r>
              <a:t>Portfolio Holdings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Ingestion → Data Cleaning → Compute Metrics → SQLite →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SQLite database</a:t>
            </a:r>
          </a:p>
          <a:p>
            <a:pPr>
              <a:defRPr sz="2200"/>
            </a:pPr>
            <a:r>
              <a:t>Tables: fact_nav, fact_transactions, fact_performance</a:t>
            </a:r>
          </a:p>
          <a:p>
            <a:pPr>
              <a:defRPr sz="2200"/>
            </a:pPr>
            <a:r>
              <a:t>schema.sql &amp; queries.sql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EDA</a:t>
            </a:r>
          </a:p>
          <a:p>
            <a:pPr>
              <a:defRPr sz="2200"/>
            </a:pPr>
            <a:r>
              <a:t>Returns</a:t>
            </a:r>
          </a:p>
          <a:p>
            <a:pPr>
              <a:defRPr sz="2200"/>
            </a:pPr>
            <a:r>
              <a:t>Alpha</a:t>
            </a:r>
          </a:p>
          <a:p>
            <a:pPr>
              <a:defRPr sz="2200"/>
            </a:pPr>
            <a:r>
              <a:t>Beta</a:t>
            </a:r>
          </a:p>
          <a:p>
            <a:pPr>
              <a:defRPr sz="2200"/>
            </a:pPr>
            <a:r>
              <a:t>Sharpe Ratio</a:t>
            </a:r>
          </a:p>
          <a:p>
            <a:pPr>
              <a:defRPr sz="2200"/>
            </a:pPr>
            <a:r>
              <a:t>Sortino Ratio</a:t>
            </a:r>
          </a:p>
          <a:p>
            <a:pPr>
              <a:defRPr sz="2200"/>
            </a:pPr>
            <a:r>
              <a:t>Max Drawdown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Interactive dashboard for NAV trends, fund performance, transactions and holdings.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Python-based recommendation logic using performance indicators.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 end-to-end analytics workflow with actionable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Live APIs</a:t>
            </a:r>
          </a:p>
          <a:p>
            <a:pPr>
              <a:defRPr sz="2200"/>
            </a:pPr>
            <a:r>
              <a:t>Portfolio Optimization</a:t>
            </a:r>
          </a:p>
          <a:p>
            <a:pPr>
              <a:defRPr sz="2200"/>
            </a:pPr>
            <a:r>
              <a:t>Streamlit Deployment</a:t>
            </a:r>
          </a:p>
          <a:p>
            <a:pPr>
              <a:defRPr sz="2200"/>
            </a:pPr>
            <a:r>
              <a:t>Automated Scheduling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163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Mutual Fund Analytics</vt:lpstr>
      <vt:lpstr>Project Overview</vt:lpstr>
      <vt:lpstr>Objectives</vt:lpstr>
      <vt:lpstr>Technology Stack</vt:lpstr>
      <vt:lpstr>Datasets</vt:lpstr>
      <vt:lpstr>ETL Pipeline</vt:lpstr>
      <vt:lpstr>Database &amp; SQL</vt:lpstr>
      <vt:lpstr>Analytics &amp; Metrics</vt:lpstr>
      <vt:lpstr>Power BI Dashboard</vt:lpstr>
      <vt:lpstr>Recommendation Engine</vt:lpstr>
      <vt:lpstr>Results &amp; 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krupa</dc:creator>
  <cp:keywords/>
  <dc:description>generated using python-pptx</dc:description>
  <cp:lastModifiedBy>krupabandekar3@gmail.com</cp:lastModifiedBy>
  <cp:revision>2</cp:revision>
  <dcterms:created xsi:type="dcterms:W3CDTF">2013-01-27T09:14:16Z</dcterms:created>
  <dcterms:modified xsi:type="dcterms:W3CDTF">2026-07-06T14:00:10Z</dcterms:modified>
  <cp:category/>
</cp:coreProperties>
</file>